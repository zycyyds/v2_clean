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结果对比：Gold-Guided Agent vs Codex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仅比较结果，不展开运行过程；评估口径：非空 gold case-field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527048"/>
            <a:ext cx="20482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75569"/>
                </a:solidFill>
              </a:defRPr>
            </a:pPr>
            <a:r>
              <a:t>Gold-Guided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801368"/>
            <a:ext cx="20482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6A34A"/>
                </a:solidFill>
              </a:defRPr>
            </a:pPr>
            <a:r>
              <a:t>345 / 472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240280"/>
            <a:ext cx="2048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475569"/>
                </a:solidFill>
              </a:defRPr>
            </a:pPr>
            <a:r>
              <a:t>整体内容匹配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41732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6432" y="1527048"/>
            <a:ext cx="20482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75569"/>
                </a:solidFill>
              </a:defRPr>
            </a:pPr>
            <a:r>
              <a:t>Gold-Guided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6432" y="1801368"/>
            <a:ext cx="20482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2563EB"/>
                </a:solidFill>
              </a:defRPr>
            </a:pPr>
            <a:r>
              <a:t>0.8214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240280"/>
            <a:ext cx="2048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475569"/>
                </a:solidFill>
              </a:defRPr>
            </a:pPr>
            <a:r>
              <a:t>已输出字段准确率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41732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62472" y="1527048"/>
            <a:ext cx="20482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75569"/>
                </a:solidFill>
              </a:defRPr>
            </a:pPr>
            <a:r>
              <a:t>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2472" y="1801368"/>
            <a:ext cx="20482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EA580C"/>
                </a:solidFill>
              </a:defRPr>
            </a:pPr>
            <a:r>
              <a:t>3467 x 128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2472" y="2240280"/>
            <a:ext cx="2048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475569"/>
                </a:solidFill>
              </a:defRPr>
            </a:pPr>
            <a:r>
              <a:t>建模宽表规模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141732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68512" y="1527048"/>
            <a:ext cx="20482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475569"/>
                </a:solidFill>
              </a:defRPr>
            </a:pPr>
            <a:r>
              <a:t>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1801368"/>
            <a:ext cx="20482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EA580C"/>
                </a:solidFill>
              </a:defRPr>
            </a:pPr>
            <a:r>
              <a:t>13.5%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2240280"/>
            <a:ext cx="2048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475569"/>
                </a:solidFill>
              </a:defRPr>
            </a:pPr>
            <a:r>
              <a:t>阳性标签比例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971800"/>
            <a:ext cx="107899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当前 Gold-Guided 结果更接近 gold JSONL 结构；baseline 更像稳定的机器学习宽表。两者不是同一种产物：一个面向字段复现和可解释 provenance，一个面向建模特征与标签。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Gold-Guided 当前结果</a:t>
            </a:r>
          </a:p>
        </p:txBody>
      </p:sp>
      <p:pic>
        <p:nvPicPr>
          <p:cNvPr id="3" name="Picture 2" descr="current_result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5852160" cy="329184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12280" y="1143000"/>
          <a:ext cx="46634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331720"/>
              </a:tblGrid>
              <a:tr h="444137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非空 case-field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472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有输出列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420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内容匹配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345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非空唯一字段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56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有输出唯一字段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44</a:t>
                      </a:r>
                    </a:p>
                  </a:txBody>
                  <a:tcPr/>
                </a:tc>
              </a:tr>
              <a:tr h="44413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原 evaluator composite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0.6836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12280" y="4617720"/>
            <a:ext cx="4663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A580C"/>
                </a:solidFill>
              </a:defRPr>
            </a:pPr>
            <a:r>
              <a:t>解读：漏字段仍会扣分；但已输出字段内部的准确率较高。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Gold-Guided 按类别表现</a:t>
            </a:r>
          </a:p>
        </p:txBody>
      </p:sp>
      <p:pic>
        <p:nvPicPr>
          <p:cNvPr id="3" name="Picture 2" descr="current_category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60120"/>
            <a:ext cx="6400800" cy="512064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0" y="1097280"/>
          <a:ext cx="44805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112"/>
                <a:gridCol w="896112"/>
                <a:gridCol w="896112"/>
                <a:gridCol w="896112"/>
                <a:gridCol w="896112"/>
              </a:tblGrid>
              <a:tr h="47752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非空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有列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匹配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率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病历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89%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诊断列表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60%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手术与操作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0%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住院用药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就诊文本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75%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实验室检验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生命体征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9%</a:t>
                      </a:r>
                    </a:p>
                  </a:txBody>
                  <a:tcPr/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体格测量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0" y="5532120"/>
            <a:ext cx="4480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C2626"/>
                </a:solidFill>
              </a:defRPr>
            </a:pPr>
            <a:r>
              <a:t>短板集中在生命体征、体格测量、手术与操作。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Codex Baseline CSV 结果画像</a:t>
            </a:r>
          </a:p>
        </p:txBody>
      </p:sp>
      <p:pic>
        <p:nvPicPr>
          <p:cNvPr id="3" name="Picture 2" descr="baseline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5943600" cy="347472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903720" y="1143000"/>
          <a:ext cx="4572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44137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行数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3467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列数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住院唯一数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3467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患者唯一数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841</a:t>
                      </a:r>
                    </a:p>
                  </a:txBody>
                  <a:tcPr/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label=1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469</a:t>
                      </a:r>
                    </a:p>
                  </a:txBody>
                  <a:tcPr/>
                </a:tc>
              </a:tr>
              <a:tr h="44413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validation 13例交集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903720" y="45720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E293B"/>
                </a:solidFill>
              </a:defRPr>
            </a:pPr>
            <a:r>
              <a:t>baseline 质量：行列规模完整、标签通过验证；但列是建模特征，不是 gold 字段结构。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按新评估口径对比</a:t>
            </a:r>
          </a:p>
        </p:txBody>
      </p:sp>
      <p:pic>
        <p:nvPicPr>
          <p:cNvPr id="3" name="Picture 2" descr="comparis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6492240" cy="384048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06640" y="1097280"/>
          <a:ext cx="4389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109728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系统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字段覆盖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整体匹配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有列准确率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Gold-Guided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44/56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345/472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82.1%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10/56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52/472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71.2%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06640" y="4663440"/>
            <a:ext cx="43891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A580C"/>
                </a:solidFill>
              </a:defRPr>
            </a:pPr>
            <a:r>
              <a:t>baseline 因为没有输出大多数 gold 字段，所以按 gold-schema 口径覆盖低；这不代表它不是好建模表，而是产物目标不同。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1. 如果目标是复现 gold JSONL 字段结构，Gold-Guided 当前结果明显更合适：44/56 个非空唯一字段有输出，345/472 个非空 case-field 内容匹配。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2. 如果目标是直接训练肝病诊断模型，Codex baseline 更成熟：3467 行、128 列、标签分布清楚，特征工程稳定。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3. 下一步不应二选一：把 baseline 的肝病 lab early aggregation 和 label 规则沉淀成可复用规则；同时修 Gold-Guided 的手术、生命体征、体格测量三类弱项。</a:t>
            </a: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800" b="0">
                <a:solidFill>
                  <a:srgbClr val="1E293B"/>
                </a:solidFill>
              </a:defRPr>
            </a:pPr>
            <a:r>
              <a:t>4. 汇报时建议并列使用两个指标：gold-schema 完成度 + 建模宽表质量。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E293B"/>
                </a:solidFill>
              </a:defRPr>
            </a:pPr>
            <a:r>
              <a:t>最终分数拆解对比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75569"/>
                </a:solidFill>
              </a:defRPr>
            </a:pPr>
            <a:r>
              <a:t>统一公式：字段覆盖 40% + 内容正确 40% + 样本覆盖 10% + 来源可解释 10%</a:t>
            </a:r>
          </a:p>
        </p:txBody>
      </p:sp>
      <p:pic>
        <p:nvPicPr>
          <p:cNvPr id="4" name="Picture 3" descr="final_score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6080760" cy="33832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03720" y="1143000"/>
          <a:ext cx="46634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5860"/>
                <a:gridCol w="1165860"/>
                <a:gridCol w="1165860"/>
                <a:gridCol w="1165860"/>
              </a:tblGrid>
              <a:tr h="51054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部分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权重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Gold-Guided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字段覆盖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44/56 = 0.7857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10/56 = 0.1786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内容正确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345/472 = 0.7309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52/472 = 0.1102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样本覆盖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13/13 = 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13/13 = 1.0000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来源可解释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0.6286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0.0000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最终分数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0.2155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03720" y="4480560"/>
            <a:ext cx="46634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475569"/>
                </a:solidFill>
              </a:defRPr>
            </a:pPr>
            <a:r>
              <a:t>说明：baseline 是建模宽表，没有 gold 字段级 target_field_mapping / provenance；因此按 gold-schema 评分时来源可解释性记为 0。这个分数只衡量“复现 gold 结构”的能力，不否定 baseline 的建模表质量。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10881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2563EB"/>
                </a:solidFill>
              </a:defRPr>
            </a:pPr>
            <a:r>
              <a:t>结论：按 gold-schema 结果质量，Gold-Guided 约 0.7695，Codex baseline 约 0.2155；baseline 的优势应在“建模宽表规模与标签验证”中单独评价。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