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a28efd068494b" /><Relationship Type="http://schemas.openxmlformats.org/officeDocument/2006/relationships/extended-properties" Target="/docProps/app.xml" Id="R89c137d287e7413f" /><Relationship Type="http://schemas.openxmlformats.org/officeDocument/2006/relationships/officeDocument" Target="/ppt/presentation.xml" Id="R16683ec75415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fd08711d0e417f"/>
  </p:sldMasterIdLst>
  <p:notesMasterIdLst>
    <p:notesMasterId xmlns:r="http://schemas.openxmlformats.org/officeDocument/2006/relationships" r:id="Rbecaf939e0b040ba"/>
  </p:notesMasterIdLst>
  <p:sldIdLst>
    <p:sldId xmlns:r="http://schemas.openxmlformats.org/officeDocument/2006/relationships" id="256" r:id="R81166a2a5ef344e1"/>
    <p:sldId xmlns:r="http://schemas.openxmlformats.org/officeDocument/2006/relationships" id="257" r:id="R6d22d49fb8d34a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c7a13f47994114" /><Relationship Type="http://schemas.openxmlformats.org/officeDocument/2006/relationships/slideMaster" Target="/ppt/slideMasters/slideMaster1.xml" Id="R40fd08711d0e417f" /><Relationship Type="http://schemas.openxmlformats.org/officeDocument/2006/relationships/notesMaster" Target="/ppt/notesMasters/notesMaster1.xml" Id="Rbecaf939e0b040ba" /><Relationship Type="http://schemas.openxmlformats.org/officeDocument/2006/relationships/presProps" Target="/ppt/presProps.xml" Id="R9446473d943b44b1" /><Relationship Type="http://schemas.openxmlformats.org/officeDocument/2006/relationships/tableStyles" Target="/ppt/tableStyles.xml" Id="R402870f3659c4aba" /><Relationship Type="http://schemas.openxmlformats.org/officeDocument/2006/relationships/slide" Target="/ppt/slides/slide1.xml" Id="R81166a2a5ef344e1" /><Relationship Type="http://schemas.openxmlformats.org/officeDocument/2006/relationships/slide" Target="/ppt/slides/slide2.xml" Id="R6d22d49fb8d3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c5789a67e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0bc332b5a04467" /><Relationship Type="http://schemas.openxmlformats.org/officeDocument/2006/relationships/notesMaster" Target="/ppt/notesMasters/notesMaster1.xml" Id="Rc8e0db0c7a2a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e95cda9534211" /><Relationship Type="http://schemas.openxmlformats.org/officeDocument/2006/relationships/notesMaster" Target="/ppt/notesMasters/notesMaster1.xml" Id="Ra75f6f108d44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67d67efcf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6fd7340d44527" /><Relationship Type="http://schemas.openxmlformats.org/officeDocument/2006/relationships/slideLayout" Target="/ppt/slideLayouts/slideLayout1.xml" Id="Ra14bf0f1e80b45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bf0f1e80b45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a576257b0483c" /><Relationship Type="http://schemas.openxmlformats.org/officeDocument/2006/relationships/notesSlide" Target="/ppt/notesSlides/notesSlide1.xml" Id="R4434e13e88b049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7b71072604f66" /><Relationship Type="http://schemas.openxmlformats.org/officeDocument/2006/relationships/notesSlide" Target="/ppt/notesSlides/notesSlide2.xml" Id="Rfd5e284a124d49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3286222-38BD-49F0-8E6E-038FBA3B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0.9252 这轮结果是高召回基线，但多抽行严重</a:t>
            </a:r>
          </a:p>
        </p:txBody>
      </p:sp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EBEE2B0-3A82-42F5-8561-D6C99B92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评估对象：10 train + 4000 validation，reference-directory evaluator，round_0002 evaluation_report.json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00050" y="1352550"/>
          <a:ext xmlns:a="http://schemas.openxmlformats.org/drawingml/2006/main" cx="11391900" cy="4819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09700"/>
                <a:gridCol w="1752600"/>
                <a:gridCol w="4000500"/>
                <a:gridCol w="4229100"/>
              </a:tblGrid>
              <a:tr h="4819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分析维度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分数 / 规模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报告证据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汇报解读</a:t>
                      </a:r>
                    </a:p>
                  </a:txBody>
                  <a:tcPr marL="76200" marR="76200" marT="38100" marB="38100">
                    <a:solidFill>
                      <a:srgbClr val="EDEDED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综合表现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0.9252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17/17 文件；68/68 列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结构完整，整体达到可汇报水平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结构覆盖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1.0000 / 1.0000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file 和 column 均全部覆盖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输出包没有缺文件、缺列问题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单元格召回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0.9988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55.15M / 55.21M 非空单元格匹配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内容覆盖极高，核心值基本能复现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行级召回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0.9965 exact；0.9993 key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12.16M / 12.21M exact 行匹配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reference 行基本都能找到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主要短板</a:t>
                      </a:r>
                    </a:p>
                  </a:txBody>
                  <a:tcPr marL="76200" marR="76200" marT="38100" marB="3810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precision 0.2640</a:t>
                      </a:r>
                    </a:p>
                  </a:txBody>
                  <a:tcPr marL="76200" marR="76200" marT="38100" marB="3810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结果 46.07M 行；reference 12.21M 行</a:t>
                      </a:r>
                    </a:p>
                  </a:txBody>
                  <a:tcPr marL="76200" marR="76200" marT="38100" marB="3810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多抽约 33.87M 行，精确率被明显拉低</a:t>
                      </a:r>
                    </a:p>
                  </a:txBody>
                  <a:tcPr marL="76200" marR="76200" marT="38100" marB="38100">
                    <a:solidFill>
                      <a:srgbClr val="FFF3ED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明细强项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chart / med / out / proc = 1.0000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关键长表内容召回满分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旧版更像高召回基线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仍需修复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diag 0.8367；cohort 0.9504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诊断编码和 cohort 字段未完全一致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ICD 映射、Age、label、dod 需继续对齐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Summary 风险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0.2151 - 0.9748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多个 summary 表 exact precision 为 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聚合统计表生成逻辑仍不稳定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</a:rPr>
                        <a:t>结论</a:t>
                      </a:r>
                    </a:p>
                  </a:txBody>
                  <a:tcPr marL="76200" marR="76200" marT="38100" marB="381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高召回、低精确</a:t>
                      </a:r>
                    </a:p>
                  </a:txBody>
                  <a:tcPr marL="76200" marR="76200" marT="38100" marB="381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覆盖很强，但多抽严重</a:t>
                      </a:r>
                    </a:p>
                  </a:txBody>
                  <a:tcPr marL="76200" marR="76200" marT="38100" marB="3810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</a:rPr>
                        <a:t>下一轮优先收紧过滤，再修 summary 和 cohort</a:t>
                      </a:r>
                    </a:p>
                  </a:txBody>
                  <a:tcPr marL="76200" marR="76200" marT="38100" marB="3810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283D5A9-54D6-4C17-A2FB-3C071BE1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注：单元格召回以 reference 非空单元格为分母；precision 低主要来自 result 行数远高于 reference。</a:t>
            </a:r>
          </a:p>
        </p:txBody>
      </p:sp>
    </p:spTree>
    <p:extLst>
      <p:ext uri="{BB962C8B-B14F-4D97-AF65-F5344CB8AC3E}">
        <p14:creationId xmlns:p14="http://schemas.microsoft.com/office/powerpoint/2010/main" val="394152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slide-2">
            <a:extLst xmlns:a="http://schemas.openxmlformats.org/drawingml/2006/main">
              <a:ext uri="{FF2B5EF4-FFF2-40B4-BE49-F238E27FC236}">
                <a16:creationId xmlns:a16="http://schemas.microsoft.com/office/drawing/2014/main" id="{749549A4-6356-43D1-BF52-DC58C463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逐文件看，问题集中在多抽长表和 summary 统计</a:t>
            </a:r>
          </a:p>
        </p:txBody>
      </p:sp>
      <p:sp>
        <p:nvSpPr>
          <p:cNvPr id="2" name="subtitle-slide-2">
            <a:extLst xmlns:a="http://schemas.openxmlformats.org/drawingml/2006/main">
              <a:ext uri="{FF2B5EF4-FFF2-40B4-BE49-F238E27FC236}">
                <a16:creationId xmlns:a16="http://schemas.microsoft.com/office/drawing/2014/main" id="{E5DBCC2F-9F61-481A-AA64-DCAE146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旧 0.9252 结果：明细表召回高，但 chart/med 多抽；summary 表多处 exact precision 为 0。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23850" y="1181100"/>
          <a:ext xmlns:a="http://schemas.openxmlformats.org/drawingml/2006/main" cx="11544300" cy="5143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742950"/>
                <a:gridCol w="838200"/>
                <a:gridCol w="838200"/>
                <a:gridCol w="685800"/>
                <a:gridCol w="781050"/>
                <a:gridCol w="6038850"/>
              </a:tblGrid>
              <a:tr h="2857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文件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Ref行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生成行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净差异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Cell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000000"/>
                          </a:solidFill>
                        </a:rPr>
                        <a:t>判断</a:t>
                      </a:r>
                    </a:p>
                  </a:txBody>
                  <a:tcPr marL="47625" marR="47625" marT="19050" marB="19050">
                    <a:solidFill>
                      <a:srgbClr val="EDED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cohort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4,000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4,000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0.9504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0.4625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行数对齐；Age/label/dod 等字段仍有差异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labels.csv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4,000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4,000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0.9954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0.9908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标签表基本对齐，仅少量 label 不一致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chart detail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10.86M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44.21M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+33.36M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0.2455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内容全覆盖，但 chart 多抽最严重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diag detail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88.6K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83.0K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-5.6K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0.8367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0.6159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少抽且 ICD/new_icd_code 仍需修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med detail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657.3K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1.17M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+508.7K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0.5637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内容全覆盖，但药物事件多抽明显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out detail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528.9K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528.9K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输出事件明细完全对齐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proc detail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62.7K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63.7K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+1.0K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0.9841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手术/操作明细接近完全对齐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chart_features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471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2,140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+1,669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0.9130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0.2009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特征列表多抽 itemid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chart_summary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471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2,140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+1,669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0.2293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统计值/行都未对齐，summary 风险高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diag_features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1,570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1,625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+55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0.6414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0.6197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诊断特征表部分匹配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diag_summary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1,570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1,625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+55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0.2151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诊断聚合统计不稳定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med_features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197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289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+92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0.8528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0.5813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药物特征多抽，仍有缺失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med_summary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197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289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+92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0.2170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药物 summary 基本未 exact 对齐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out_features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68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-3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0.9577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少 3 个 output item，但已生成部分准确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out_summary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68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-3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0.3192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output summary 统计不一致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proc_features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159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155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-4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0.9748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1.0000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少 4 个 procedure item，已有行准确</a:t>
                      </a:r>
                    </a:p>
                  </a:txBody>
                  <a:tcPr marL="47625" marR="47625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000000"/>
                          </a:solidFill>
                        </a:rPr>
                        <a:t>proc_summary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159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155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-4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0.3249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0.0000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000000"/>
                          </a:solidFill>
                        </a:rPr>
                        <a:t>procedure summary 统计不一致</a:t>
                      </a:r>
                    </a:p>
                  </a:txBody>
                  <a:tcPr marL="47625" marR="47625" marT="19050" marB="19050">
                    <a:solidFill>
                      <a:srgbClr val="FFF3ED"/>
                    </a:solidFill>
                  </a:tcPr>
                </a:tc>
              </a:tr>
            </a:tbl>
          </a:graphicData>
        </a:graphic>
      </p:graphicFrame>
      <p:sp>
        <p:nvSpPr>
          <p:cNvPr id="4" name="footer-slide-2">
            <a:extLst xmlns:a="http://schemas.openxmlformats.org/drawingml/2006/main">
              <a:ext uri="{FF2B5EF4-FFF2-40B4-BE49-F238E27FC236}">
                <a16:creationId xmlns:a16="http://schemas.microsoft.com/office/drawing/2014/main" id="{D75FA2A6-80F9-4E84-8C46-ED6164DB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3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净差异 = 生成行数 - reference 行数；Cell 为非空单元格召回；Precision 低表示多余 exact 行较多。</a:t>
            </a:r>
          </a:p>
        </p:txBody>
      </p:sp>
    </p:spTree>
    <p:extLst>
      <p:ext uri="{BB962C8B-B14F-4D97-AF65-F5344CB8AC3E}">
        <p14:creationId xmlns:p14="http://schemas.microsoft.com/office/powerpoint/2010/main" val="831171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2026-07-06T11:09:09.6070000Z</dcterms:created>
  <dcterms:modified xsi:type="dcterms:W3CDTF">2026-07-06T11:09:09.6070000Z</dcterms:modified>
</coreProperties>
</file>